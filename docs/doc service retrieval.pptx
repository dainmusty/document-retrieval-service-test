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8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4BD98-514C-6DE3-6751-7D2FD202A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01163-A515-270F-F699-1BAF59889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95ACF-141F-F35A-F888-B42841512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C008-D5B3-4496-AB08-24EFD963543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20840-C9C3-4833-D117-2C2BE062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33B98-7B00-7C3E-BB48-EF3730FBC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8AE1B-53C8-4BF0-8B53-9639EAEF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790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8396-AC69-AC1F-F611-C88EC9463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1DE21-D163-0D9F-8692-48C4313A8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B66FD-E946-328C-D60A-F3C3791B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C008-D5B3-4496-AB08-24EFD963543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05B88-7743-3D61-A095-8DF98B8CD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E5615-59E3-1930-2754-5406FEA5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8AE1B-53C8-4BF0-8B53-9639EAEF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5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BEE3B-BA26-052D-7FC2-20C8F3877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B2D32-F1B8-EEA6-3520-F935F1AF1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9E7C0-4103-F7AC-020C-3803D9778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C008-D5B3-4496-AB08-24EFD963543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A2EE1-F993-D7B0-66FE-9C1E6E52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1F6B1-B9E4-14A9-39EE-0CF0AFD1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8AE1B-53C8-4BF0-8B53-9639EAEF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7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3C620-346F-3B25-2444-A358CBE9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E3F3D-38CE-1E78-B0FA-A3B16DE70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0DA34-27AF-88A2-E68C-08A12474B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EF533-A757-20A4-5176-CBB14C0BD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C008-D5B3-4496-AB08-24EFD963543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F190F-4036-0444-8B84-32EA8365F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0F10D-179C-E5BA-26A3-66A3D93D3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8AE1B-53C8-4BF0-8B53-9639EAEF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25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2CB90-D9C6-F4A7-30DA-F8BEC28B7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790BA-0F31-D272-3FC2-6D83568A1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E42CF-AC3E-F52C-C32A-1BB7890B3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25936-BDF3-6695-C48F-C5009010A5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8A8DB0-D0E9-99C8-7776-66162DB146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27CF02-1E8C-E47B-EB67-40A98249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C008-D5B3-4496-AB08-24EFD963543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F1A60E-7A63-4B85-4363-8BEB4713B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90F0E9-C397-8CEE-C08A-D74FB07C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8AE1B-53C8-4BF0-8B53-9639EAEF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29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945A0-96B4-A970-E8D2-90A44314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F6EBD2-8A5B-5625-C921-9004EC626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C008-D5B3-4496-AB08-24EFD963543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E2B7F-1F07-F440-4762-E8FAF2634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813E9-2975-C64C-30D5-EC7CFC13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8AE1B-53C8-4BF0-8B53-9639EAEF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6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8C694-B671-9C16-1963-E72A6D184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C008-D5B3-4496-AB08-24EFD963543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C26DC-DD8A-6019-D773-065DF385A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B6955-EAF8-62FA-5DA0-2D232CCC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8AE1B-53C8-4BF0-8B53-9639EAEF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3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1C140-7F50-FD61-2BF6-C2580E9AD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6DE37-36F6-96B8-A5FE-4C43B899E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C70EC-15FF-01CD-1A4B-5DD81F534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C12F3-470A-A3DE-B3A0-F105B6F23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C008-D5B3-4496-AB08-24EFD963543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5A9D9-4F5F-67BD-E1AB-967DB55DD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A9C61-9D8F-59E3-1A9F-75D606C6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8AE1B-53C8-4BF0-8B53-9639EAEF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1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8574-7035-7689-7D64-DA2B5919E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B1328-F246-4CCC-D835-6F3BC1CE8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83351-1024-1B09-C1E9-80FB66949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77171-A725-5215-33F6-24986E86F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C008-D5B3-4496-AB08-24EFD963543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A6A8D-4E7E-076A-2F59-58574BE7D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8545A-2765-9CB5-6DA5-A752DF9D0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8AE1B-53C8-4BF0-8B53-9639EAEF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77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8E486-8D50-343E-E3E4-E0CCBB40E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36134-5BAE-F814-1B7E-65899779C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D0911-973E-71C9-821B-811FC3C45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C008-D5B3-4496-AB08-24EFD963543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55674-D125-EAF0-70FA-A06E89923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3D835-C0C4-643E-318A-FC9CE8D2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8AE1B-53C8-4BF0-8B53-9639EAEF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58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D866D0-751A-F4BA-16E2-E464C6BAA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8FDCD-06B9-95CE-318E-D12F8F521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A295-AD48-B5DC-197F-3FE52C8B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C008-D5B3-4496-AB08-24EFD963543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C5710-2467-ADFF-BBEA-AE328774E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2D8E9-7D96-C1FC-3F24-3DBAE925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8AE1B-53C8-4BF0-8B53-9639EAEF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40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E9EADC-E3FB-54ED-ACA1-EA25BAEFD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E63C6-3F9B-A146-46AC-2AEE46ADC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E647E-B7E3-F5E5-91F5-476C06C57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CC008-D5B3-4496-AB08-24EFD963543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EB8BB-314C-804B-EEA4-9A49FAF3F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69CBA-509A-80C7-73EB-06EA1DB61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8AE1B-53C8-4BF0-8B53-9639EAEF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1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17E422-C4F7-738E-5FEA-6A563BC0AE7C}"/>
              </a:ext>
            </a:extLst>
          </p:cNvPr>
          <p:cNvSpPr txBox="1"/>
          <p:nvPr/>
        </p:nvSpPr>
        <p:spPr>
          <a:xfrm>
            <a:off x="3048000" y="-1464647"/>
            <a:ext cx="6096000" cy="978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6. </a:t>
            </a:r>
            <a:r>
              <a:rPr lang="en-US" b="1" dirty="0"/>
              <a:t>There's another important Platform Engineering issue</a:t>
            </a:r>
          </a:p>
          <a:p>
            <a:pPr>
              <a:buNone/>
            </a:pPr>
            <a:r>
              <a:rPr lang="en-US" dirty="0"/>
              <a:t>Your </a:t>
            </a:r>
            <a:r>
              <a:rPr lang="en-US" dirty="0" err="1"/>
              <a:t>userdata</a:t>
            </a:r>
            <a:r>
              <a:rPr lang="en-US" dirty="0"/>
              <a:t> does:</a:t>
            </a:r>
          </a:p>
          <a:p>
            <a:pPr rtl="0">
              <a:buNone/>
            </a:pPr>
            <a:r>
              <a:rPr lang="en-US" dirty="0" err="1">
                <a:latin typeface="+mn-lt"/>
              </a:rPr>
              <a:t>dnf</a:t>
            </a:r>
            <a:r>
              <a:rPr lang="en-US" dirty="0">
                <a:latin typeface="+mn-lt"/>
              </a:rPr>
              <a:t> install -y java-17-amazon-corretto git maven</a:t>
            </a:r>
          </a:p>
          <a:p>
            <a:pPr>
              <a:buNone/>
            </a:pPr>
            <a:r>
              <a:rPr lang="en-US" dirty="0"/>
              <a:t>then: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git clone "${GIT_REPO_URL}" "${BUILD_DIR}"</a:t>
            </a:r>
          </a:p>
          <a:p>
            <a:pPr>
              <a:buNone/>
            </a:pPr>
            <a:r>
              <a:rPr lang="en-US" dirty="0"/>
              <a:t>then:</a:t>
            </a:r>
          </a:p>
          <a:p>
            <a:pPr rtl="0">
              <a:buNone/>
            </a:pPr>
            <a:r>
              <a:rPr lang="en-US" dirty="0" err="1">
                <a:latin typeface="+mn-lt"/>
              </a:rPr>
              <a:t>mvn</a:t>
            </a:r>
            <a:r>
              <a:rPr lang="en-US" dirty="0">
                <a:latin typeface="+mn-lt"/>
              </a:rPr>
              <a:t> -q -</a:t>
            </a:r>
            <a:r>
              <a:rPr lang="en-US" dirty="0" err="1">
                <a:latin typeface="+mn-lt"/>
              </a:rPr>
              <a:t>DskipTests</a:t>
            </a:r>
            <a:r>
              <a:rPr lang="en-US" dirty="0">
                <a:latin typeface="+mn-lt"/>
              </a:rPr>
              <a:t> clean package</a:t>
            </a:r>
          </a:p>
          <a:p>
            <a:pPr>
              <a:buNone/>
            </a:pPr>
            <a:r>
              <a:rPr lang="en-US" dirty="0"/>
              <a:t>This means </a:t>
            </a:r>
            <a:r>
              <a:rPr lang="en-US" b="1" dirty="0"/>
              <a:t>every EC2 instance compiles the Java application itself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That's acceptable for this exercise because the README explicitly specifies this approach.</a:t>
            </a:r>
          </a:p>
          <a:p>
            <a:pPr>
              <a:buNone/>
            </a:pPr>
            <a:r>
              <a:rPr lang="en-US" dirty="0"/>
              <a:t>But architecturally, I'd flag it as technical debt: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Current: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ASG → EC2 → git clone → Maven build → JAR</a:t>
            </a:r>
          </a:p>
          <a:p>
            <a:pPr>
              <a:buNone/>
            </a:pPr>
            <a:r>
              <a:rPr lang="en-US" dirty="0"/>
              <a:t>A more mature production platform would generally be: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CI/CD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Maven build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Tests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Security scans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Artifact repository / S3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AMI / deployment artifact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ASG</a:t>
            </a:r>
          </a:p>
          <a:p>
            <a:pPr>
              <a:buNone/>
            </a:pPr>
            <a:r>
              <a:rPr lang="en-US" dirty="0"/>
              <a:t>That way a replacement EC2 doesn't need to download source code and compile the application during boot.</a:t>
            </a:r>
          </a:p>
          <a:p>
            <a:pPr>
              <a:buNone/>
            </a:pPr>
            <a:r>
              <a:rPr lang="en-US" b="1" dirty="0"/>
              <a:t>Don't change this yet</a:t>
            </a:r>
            <a:r>
              <a:rPr lang="en-US" dirty="0"/>
              <a:t>, though. Your boss's exercise specifically wants the application installed through launch-template user data, so follow the brief first.</a:t>
            </a:r>
          </a:p>
        </p:txBody>
      </p:sp>
    </p:spTree>
    <p:extLst>
      <p:ext uri="{BB962C8B-B14F-4D97-AF65-F5344CB8AC3E}">
        <p14:creationId xmlns:p14="http://schemas.microsoft.com/office/powerpoint/2010/main" val="1058714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173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Mustapha Odainkey</dc:creator>
  <cp:lastModifiedBy>Mustapha Odainkey</cp:lastModifiedBy>
  <cp:revision>1</cp:revision>
  <dcterms:created xsi:type="dcterms:W3CDTF">2026-09-05T20:23:30Z</dcterms:created>
  <dcterms:modified xsi:type="dcterms:W3CDTF">2026-09-05T20:24:46Z</dcterms:modified>
</cp:coreProperties>
</file>